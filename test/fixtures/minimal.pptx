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Presentation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for testing pptx-to-masters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</a:t>
            </a:r>
            <a:endParaRPr lang="en-US" sz="2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sample body text for testing extraction.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2026-02-24T16:03:01Z</dcterms:created>
  <dcterms:modified xsi:type="dcterms:W3CDTF">2026-02-24T16:03:01Z</dcterms:modified>
</cp:coreProperties>
</file>